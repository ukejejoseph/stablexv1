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85800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Nigerian Crypto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Survival, Not Speculation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Massive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8FAFC"/>
                </a:solidFill>
                <a:latin typeface="Arial"/>
              </a:defRPr>
            </a:pPr>
            <a:r>
              <a:t>Nigeria has tens of millions of active crypto users moving billions of dollars through the market annually. Yet, no single platform exists that handles everything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Extreme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8FAFC"/>
                </a:solidFill>
                <a:latin typeface="Arial"/>
              </a:defRPr>
            </a:pPr>
            <a:r>
              <a:t>Users juggle three to four separate apps just to complete one simple transaction. Fees are completely hidden until it is too late to cancel, silently draining wealth.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</a:defRPr>
            </a:pPr>
            <a:r>
              <a:t>Total Abandonment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8FAFC"/>
                </a:solidFill>
                <a:latin typeface="Arial"/>
              </a:defRPr>
            </a:pPr>
            <a:r>
              <a:t>The biggest global platforms abandoned Nigerian users in 2024. Meanwhile, the Naira is collapsing. For Nigerians, crypto is not speculation—it is absolute financial survival.</a:t>
            </a:r>
            <a:br/>
            <a:br/>
            <a:r>
              <a:t>This problem is real, urgent, and completely unsolved.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85800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Qualifying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Backed by market data and true user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#2 Globally in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8FAFC"/>
                </a:solidFill>
                <a:latin typeface="Arial"/>
              </a:defRPr>
            </a:pPr>
            <a:r>
              <a:t>Nigeria's billions of dollars in volume are driven purely by ordinary people trying to survive inflation, not institutions.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0292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100% User Frustration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8FAFC"/>
                </a:solidFill>
                <a:latin typeface="Arial"/>
              </a:defRPr>
            </a:pPr>
            <a:r>
              <a:t>We spoke to real users. They confirmed the daily nightmare of toggling multiple apps for a single transaction. No local competitor offers a complete 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07040" cy="201168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Arial"/>
              </a:defRPr>
            </a:pPr>
            <a:r>
              <a:t>THE WINDOW OF OPPORTUNITY IS OPEN RIGHT NOW.</a:t>
            </a:r>
          </a:p>
          <a:p>
            <a:pPr algn="ctr">
              <a:defRPr sz="2000">
                <a:solidFill>
                  <a:srgbClr val="F8FAFC"/>
                </a:solidFill>
                <a:latin typeface="Arial"/>
              </a:defRPr>
            </a:pPr>
            <a:r>
              <a:t>The biggest global platforms left the market. Millions of users are actively looking for something better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85800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StableX: The All-In-One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Not a prototype. A fully working platform live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F8FAFC"/>
                </a:solidFill>
                <a:latin typeface="Arial"/>
              </a:defRPr>
            </a:pPr>
            <a:r>
              <a:t>✦  4 Supported Blockchains: BTC, ETH, SOL, TRON</a:t>
            </a:r>
          </a:p>
          <a:p>
            <a:pPr>
              <a:lnSpc>
                <a:spcPct val="140000"/>
              </a:lnSpc>
              <a:defRPr sz="1600">
                <a:solidFill>
                  <a:srgbClr val="F8FAFC"/>
                </a:solidFill>
                <a:latin typeface="Arial"/>
              </a:defRPr>
            </a:pPr>
            <a:r>
              <a:t>✦  Seamless deposits &amp; withdrawals directly in Naira</a:t>
            </a:r>
          </a:p>
          <a:p>
            <a:pPr>
              <a:lnSpc>
                <a:spcPct val="140000"/>
              </a:lnSpc>
              <a:defRPr sz="1600">
                <a:solidFill>
                  <a:srgbClr val="F8FAFC"/>
                </a:solidFill>
                <a:latin typeface="Arial"/>
              </a:defRPr>
            </a:pPr>
            <a:r>
              <a:t>✦  Instant Swapping, Staking Yields, and Gift Cards</a:t>
            </a:r>
          </a:p>
          <a:p>
            <a:pPr>
              <a:lnSpc>
                <a:spcPct val="140000"/>
              </a:lnSpc>
              <a:defRPr sz="1600">
                <a:solidFill>
                  <a:srgbClr val="F8FAFC"/>
                </a:solidFill>
                <a:latin typeface="Arial"/>
              </a:defRPr>
            </a:pPr>
            <a:r>
              <a:t>✦  Developer Merchant API for business integration</a:t>
            </a:r>
          </a:p>
          <a:p>
            <a:pPr>
              <a:lnSpc>
                <a:spcPct val="140000"/>
              </a:lnSpc>
              <a:defRPr sz="1600">
                <a:solidFill>
                  <a:srgbClr val="F8FAFC"/>
                </a:solidFill>
                <a:latin typeface="Arial"/>
              </a:defRPr>
            </a:pPr>
            <a:r>
              <a:t>✦  Secure, bank-grade AES-256 encrypted wallets</a:t>
            </a:r>
          </a:p>
          <a:p>
            <a:pPr>
              <a:lnSpc>
                <a:spcPct val="140000"/>
              </a:lnSpc>
              <a:defRPr sz="1600">
                <a:solidFill>
                  <a:srgbClr val="F8FAFC"/>
                </a:solidFill>
                <a:latin typeface="Arial"/>
              </a:defRPr>
            </a:pPr>
          </a:p>
          <a:p>
            <a:pPr>
              <a:lnSpc>
                <a:spcPct val="140000"/>
              </a:lnSpc>
              <a:defRPr b="1" sz="1600">
                <a:solidFill>
                  <a:srgbClr val="10B981"/>
                </a:solidFill>
                <a:latin typeface="Arial"/>
              </a:defRPr>
            </a:pPr>
            <a:r>
              <a:t>The fact that we shipped a complete working product is what separates us from every other team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011680"/>
            <a:ext cx="4754880" cy="41148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365760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▶ 4-MINUTE DEMO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